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 Medium"/>
      <p:regular r:id="rId14"/>
      <p:bold r:id="rId15"/>
      <p:italic r:id="rId16"/>
      <p:boldItalic r:id="rId17"/>
    </p:embeddedFont>
    <p:embeddedFont>
      <p:font typeface="Lora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Lora SemiBold"/>
      <p:regular r:id="rId26"/>
      <p:bold r:id="rId27"/>
      <p:italic r:id="rId28"/>
      <p:boldItalic r:id="rId29"/>
    </p:embeddedFont>
    <p:embeddedFont>
      <p:font typeface="Lora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Lora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SemiBold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LoraSemiBold-italic.fntdata"/><Relationship Id="rId27" Type="http://schemas.openxmlformats.org/officeDocument/2006/relationships/font" Target="fonts/Lora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.fntdata"/><Relationship Id="rId30" Type="http://schemas.openxmlformats.org/officeDocument/2006/relationships/font" Target="fonts/Lora-regular.fntdata"/><Relationship Id="rId11" Type="http://schemas.openxmlformats.org/officeDocument/2006/relationships/slide" Target="slides/slide6.xml"/><Relationship Id="rId33" Type="http://schemas.openxmlformats.org/officeDocument/2006/relationships/font" Target="fonts/Lora-boldItalic.fntdata"/><Relationship Id="rId10" Type="http://schemas.openxmlformats.org/officeDocument/2006/relationships/slide" Target="slides/slide5.xml"/><Relationship Id="rId32" Type="http://schemas.openxmlformats.org/officeDocument/2006/relationships/font" Target="fonts/Lora-italic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7.xml"/><Relationship Id="rId34" Type="http://schemas.openxmlformats.org/officeDocument/2006/relationships/font" Target="fonts/FigtreeSemiBold-regular.fntdata"/><Relationship Id="rId15" Type="http://schemas.openxmlformats.org/officeDocument/2006/relationships/font" Target="fonts/FigtreeMedium-bold.fntdata"/><Relationship Id="rId37" Type="http://schemas.openxmlformats.org/officeDocument/2006/relationships/font" Target="fonts/FigtreeSemiBold-boldItalic.fntdata"/><Relationship Id="rId14" Type="http://schemas.openxmlformats.org/officeDocument/2006/relationships/font" Target="fonts/FigtreeMedium-regular.fntdata"/><Relationship Id="rId36" Type="http://schemas.openxmlformats.org/officeDocument/2006/relationships/font" Target="fonts/FigtreeSemiBold-italic.fntdata"/><Relationship Id="rId17" Type="http://schemas.openxmlformats.org/officeDocument/2006/relationships/font" Target="fonts/FigtreeMedium-boldItalic.fntdata"/><Relationship Id="rId16" Type="http://schemas.openxmlformats.org/officeDocument/2006/relationships/font" Target="fonts/FigtreeMedium-italic.fntdata"/><Relationship Id="rId19" Type="http://schemas.openxmlformats.org/officeDocument/2006/relationships/font" Target="fonts/LoraMedium-bold.fntdata"/><Relationship Id="rId18" Type="http://schemas.openxmlformats.org/officeDocument/2006/relationships/font" Target="fonts/Lora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adf9e79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adf9e7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df9e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df9e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c9d68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c9d68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d19b842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ed19b842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1.jpg"/><Relationship Id="rId7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1.jpg"/><Relationship Id="rId7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55475" y="28965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GROUP NUMBER</a:t>
            </a:r>
            <a:endParaRPr b="1" sz="2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728525" y="228990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Project/MVP Title</a:t>
            </a:r>
            <a:endParaRPr sz="2400">
              <a:solidFill>
                <a:schemeClr val="lt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72" name="Google Shape;72;p17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98" name="Google Shape;98;p18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8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8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8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-44000"/>
            <a:ext cx="9333499" cy="52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699838" y="1348500"/>
            <a:ext cx="606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Write one line Problem Statement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b="1" sz="2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99850" y="219692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9850" y="3010950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850" y="382497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5574" y="228227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- 1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81536" y="3096300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- 2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981536" y="391032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- 3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SCREENSHOT and Loom video OF YOUR PRODUCT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the link of Loom video OF YOUR PRODUCT 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319900" y="2030375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